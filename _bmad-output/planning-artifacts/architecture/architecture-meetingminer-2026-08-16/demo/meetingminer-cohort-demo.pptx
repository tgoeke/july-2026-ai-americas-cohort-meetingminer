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0:00–0:05 — MeetingMiner turns Teams meetings into searchable, replayable evidence. Three minutes: the architecture, the decisions, then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0:05–0:15 — Meetings are where decisions happen and where they vanish. MeetingMiner ingests them once, then everything is search-and-replay. The rule that shapes the whole design: no citation, no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0:15–0:30 — Before any AI answers anything, we find what was on screen. A frame every two seconds, crop the webcam column, OCR each frame — then screen identity comes from the text, not the pixels. That's what lets the same slide match across meetings, and it gives every citation its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0:30–0:45 — One paradigm sentence carries it: deterministic evidence pipeline, ports-and-adapters at every model boundary, CQRS-lite storage. Left to right: the puller acquires from Teams, the worker derives evidence into Postgres, and projects it into a graph store and a search store. Only deterministic code writes evidence; models are behind swappable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0:45–1:00 — Boring, current technology on purpose. The one unusual call: Docker runs only the stateful stores — the pipeline runs on the Mac host because it needs Apple Vision and MLX. Every model — STT, OCR, LLM, embedder — sits behind a port bound in one config file; swapping a model is a config edit, never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1:00–1:15 — Five decisions carry the design. Postgres is the only record. The two retrieval stores are disposable projections with a single writer — we can delete and rebuild them from the record. GraphRAG here means deterministic Cypher, not a framework owning a graph. And the citation rule is a code gate, not 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1:15–1:25 — Encoding choices are measured, not guessed: chunk size, hybrid ratio, and the 20-second moment gap all come from measuring the real pulled corpus. Provided transcripts are never overwritten — the STT lane verifies alongside, which is what keeps citations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1:25–1:37 — Everything enters through one door: a write-once drop plus POST /ingests. The worker walks eight checkpointed, idempotent stages — a crash resumes, a rerun overwrites only its own outputs. Out come the derived objects on the right; the LLM-extracted artifacts are the only model-written data, and a human approves them before they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1:37–1:45 — The moment is the atom: a span of meeting timeline tying transcript segments to a screenshot. Screens and participants persist across meetings, which is what lets us ask for the lineage of a slide. And because a meeting keeps its job and its IDs forever, citations survive re-ingestion and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1:45–2:00 — The full Q&amp;A path: classify to a traversal template, deterministic retrieval from both stores, LLM synthesis, then the citation validator resolves every marker against Postgres — or the answer dies. Search and replay run on this path today; the chat synthesis layer is the current epic.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2:00–3:00 — Switch to the browser. Full word-for-word script with fallbacks: demo-script.md. Beats: meetings list w/ live stage progress → search the rehearsed query → open the hit with a screenshot → video plays at startMs → close on the evidence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Helvetica Neue"/>
              </a:rPr>
              <a:t>MeetingMiner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E8F0F8"/>
                </a:solidFill>
                <a:latin typeface="Helvetica Neue"/>
              </a:rPr>
              <a:t>Evidence-first meeting intelligence — search your meetings, replay the exact moment, trust every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Helvetica Neue"/>
              </a:rPr>
              <a:t>Tim Goeke  ·  AI Cohort Demo  ·  August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0:05–0:15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291840"/>
          </a:xfrm>
          <a:prstGeom prst="rect">
            <a:avLst/>
          </a:prstGeom>
          <a:solidFill>
            <a:srgbClr val="E8F0F8"/>
          </a:solidFill>
          <a:ln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5A8A"/>
                </a:solidFill>
                <a:latin typeface="Helvetica Neue"/>
              </a:rPr>
              <a:t>INGEST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Teams recordings + transcripts land as write-once evidence drops. A checkpointed pipeline derives frames, screens, transcripts, moments.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554480"/>
            <a:ext cx="3657600" cy="3291840"/>
          </a:xfrm>
          <a:prstGeom prst="rect">
            <a:avLst/>
          </a:prstGeom>
          <a:solidFill>
            <a:srgbClr val="E8F0F8"/>
          </a:solidFill>
          <a:ln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5A8A"/>
                </a:solidFill>
                <a:latin typeface="Helvetica Neue"/>
              </a:rPr>
              <a:t>SEARCH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Hybrid keyword + semantic search over every meeting moment — snippets highlighted, filterable by meeting and corpus.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554480"/>
            <a:ext cx="3657600" cy="3291840"/>
          </a:xfrm>
          <a:prstGeom prst="rect">
            <a:avLst/>
          </a:prstGeom>
          <a:solidFill>
            <a:srgbClr val="E8F0F8"/>
          </a:solidFill>
          <a:ln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7830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5A8A"/>
                </a:solidFill>
                <a:latin typeface="Helvetica Neue"/>
              </a:rPr>
              <a:t>REPLAY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Every result is a moment with millisecond timing — click it and the video plays from that exact point. Answers cite evidence you can watch.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5A8A"/>
                </a:solidFill>
                <a:latin typeface="Helvetica Neue"/>
              </a:rPr>
              <a:t>Principle: no citation, no answer — every claim traces to a replayable moment.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Finding the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0:15–0:30</a:t>
            </a:r>
          </a:p>
        </p:txBody>
      </p:sp>
      <p:pic>
        <p:nvPicPr>
          <p:cNvPr id="5" name="Picture 4" descr="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49602"/>
            <a:ext cx="11430000" cy="1341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92608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Helvetica Neue"/>
              </a:rPr>
              <a:t>•  A screen is identified by what it says, not how it looks — OCR-text similarity survives resolution, compression, and webcam overlays where pixel matching breaks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Helvetica Neue"/>
              </a:rPr>
              <a:t>•  Identity is cross-meeting: the same deck shown next week resolves to the same screen — the lineage of a slide across the whole corpus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Helvetica Neue"/>
              </a:rPr>
              <a:t>•  Every screenshot records its frame span and capture cue; moments cite it — the visual half of every replayable citation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2E"/>
                </a:solidFill>
                <a:latin typeface="Helvetica Neue"/>
              </a:rPr>
              <a:t>•  Tuned on the measured corpus for slides and app views; dense spreadsheet-style screens are accepted misses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0:30–0:45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2" y="1051560"/>
            <a:ext cx="7216215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371600"/>
            <a:ext cx="3291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5A8A"/>
                </a:solidFill>
                <a:latin typeface="Helvetica Neue"/>
              </a:rPr>
              <a:t>The paradigm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Deterministic evidence pipeline — model output never writes evidence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Ports &amp; adapters — every model call goes through a config-bound 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CQRS-lite — Postgres is the record; Neo4j + Meilisearch are disposable projections with exactly one writer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Infra in Docker, code on the Mac host — pipeline needs Apple Vision + MLX/Metal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Technology stack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0:45–1:00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06240"/>
                <a:gridCol w="5394960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Why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API +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Python 3.12 · FastAPI 0.141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Typed, SSE streaming, OpenAPI → generated TS client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React 19 · Vite 8 · Tailwind 4 + shadcn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Fast SPA; client generated from the live API schema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Postgres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Single database of record; native UUIDv7 minting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Neo4j Community 2026.07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Deterministic Cypher traversals over the evidence graph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Meilisearch 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Hybrid keyword + vector in one store; 1024-dim user-provided embeddings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MLX Whisper · Apple Vision OCR · claude-sonnet-5 (Ollama fallback)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Local-first where quality allows; every engine swappable in config.yaml — never a code change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Docker for the 3 stores only; code as macOS host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Helvetica Neue"/>
                        </a:defRPr>
                      </a:pPr>
                      <a:r>
                        <a:t>Pipeline needs Metal/MLX + Apple frameworks containers can't reach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The critical storage + RAG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1:00–1:15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E5A8A"/>
                </a:solidFill>
                <a:latin typeface="Helvetica Neue"/>
              </a:rPr>
              <a:t>One database of record.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Every entity is a Postgres row first; its UUIDv7 is its identity in every store, payload, and citation. No second owner exists.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E5A8A"/>
                </a:solidFill>
                <a:latin typeface="Helvetica Neue"/>
              </a:rPr>
              <a:t>Projections have exactly one writer.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All Neo4j + Meilisearch writes go through one module; both stores rebuild from Postgres + config.yaml alone (make rebuild). Corruption is answered by rebuild, never by hand-editing an index.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E5A8A"/>
                </a:solidFill>
                <a:latin typeface="Helvetica Neue"/>
              </a:rPr>
              <a:t>GraphRAG is deterministic traversal.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Retrieval is hand-written, parameterized Cypher templates + hybrid search. The LLM only classifies the question and writes the answer — it never owns retrieval, so retrieval is testable.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E5A8A"/>
                </a:solidFill>
                <a:latin typeface="Helvetica Neue"/>
              </a:rPr>
              <a:t>No citation, no answer — enforced in code.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A validator resolves every [[moment:uuid]] marker against Postgres; an uncited claim means the answer never leaves the API. Not a prompt instruction.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E5A8A"/>
                </a:solidFill>
                <a:latin typeface="Helvetica Neue"/>
              </a:rPr>
              <a:t>Drafts never reach retrieval.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Extracted artifacts are human-approved before publishing; the publish gate lives inside the projection module.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How evidence is encoded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1:15–1:25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5A8A"/>
                </a:solidFill>
                <a:latin typeface="Helvetica Neue"/>
              </a:rPr>
              <a:t>Embeddings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qwen3-embedding 0.6b (Ollama), fixed 1024-dim, computed by the projection module — store auto-embedders stay off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Chunks: 1,400 chars with 1-turn overlap; hybrid ratio 0.3 — keyword-heavy on purpose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Model + dimension are projection state: a mismatch fails closed; changing the model forces a full rebuild + eval rerun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5A8A"/>
                </a:solidFill>
                <a:latin typeface="Helvetica Neue"/>
              </a:rPr>
              <a:t>Transcripts &amp; video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Provided transcripts are immutable; the STT verification lane (MLX whisper-large-v3-turbo) writes new rows — merge, never erase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align reconciles VTT timing + speaker attribution + STT by text alignment; millisecond offsets anchor every citation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Moments segmented at a 20s gap — the p90 measured over 28 real drops / 7,983 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Ingestion — video &amp; transcripts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1:25–1:37</a:t>
            </a:r>
          </a:p>
        </p:txBody>
      </p:sp>
      <p:pic>
        <p:nvPicPr>
          <p:cNvPr id="5" name="Picture 4" descr="ingest-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7059"/>
            <a:ext cx="8503920" cy="4826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1371600"/>
            <a:ext cx="2926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5A8A"/>
                </a:solidFill>
                <a:latin typeface="Helvetica Neue"/>
              </a:rPr>
              <a:t>Derived objects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Aligned transcript segments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Screens — durable identity across meetings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Screenshots + frame OCR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Moments — the citable spans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Artifacts: ADRs &amp; action items (LLM-extracted, human-approved before publish)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1:37–1:45</a:t>
            </a:r>
          </a:p>
        </p:txBody>
      </p:sp>
      <p:pic>
        <p:nvPicPr>
          <p:cNvPr id="5" name="Picture 4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39" y="1051560"/>
            <a:ext cx="7552722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371600"/>
            <a:ext cx="3291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5A8A"/>
                </a:solidFill>
                <a:latin typeface="Helvetica Neue"/>
              </a:rPr>
              <a:t>Why it holds up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MOMENT is the citation currency — minted once, never renumbered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SCREEN and PARTICIPANT are durable cross-meeting identities — lineage of a slide or a person across the corpus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JOB ↔ MEETING is 1:1 — re-processing re-arms the same job, so every citation survives re-ingestion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Relational FK graph — traversable by SQL alone; Neo4j is a projection of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When a user asks a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1:45–2:00</a:t>
            </a:r>
          </a:p>
        </p:txBody>
      </p:sp>
      <p:pic>
        <p:nvPicPr>
          <p:cNvPr id="5" name="Picture 4" descr="query-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684"/>
            <a:ext cx="8869680" cy="4310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0" y="1371600"/>
            <a:ext cx="2651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E5A8A"/>
                </a:solidFill>
                <a:latin typeface="Helvetica Neue"/>
              </a:rPr>
              <a:t>Deterministic in, deterministic out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LLM touches only steps 7–8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Validator rejects uncited claims — in code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Helvetica Neue"/>
              </a:rPr>
              <a:t>•  Live today: hybrid search + replay on this same path; cited chat is the Epic-3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5A8A"/>
                </a:solidFill>
                <a:latin typeface="Helvetica Neue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01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Helvetica Neue"/>
              </a:rPr>
              <a:t>2:00–3:00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E5A8A"/>
                </a:solidFill>
                <a:latin typeface="Helvetica Neue"/>
              </a:rPr>
              <a:t>1 · Ingested corpus (10s)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Real Teams meetings, each ingested through the pipeline — stage-by-stage progress streamed live over SSE.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1E5A8A"/>
                </a:solidFill>
                <a:latin typeface="Helvetica Neue"/>
              </a:rPr>
              <a:t>2 · Search (20s)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One query across every meeting — hybrid keyword + semantic hits, highlighted snippets, each hit a moment.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1E5A8A"/>
                </a:solidFill>
                <a:latin typeface="Helvetica Neue"/>
              </a:rPr>
              <a:t>3 · Replay (25s)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Click a hit — the recording opens at that exact moment. This is what a citation resolves to.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1E5A8A"/>
                </a:solidFill>
                <a:latin typeface="Helvetica Neue"/>
              </a:rPr>
              <a:t>4 · The point (5s)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  <a:latin typeface="Helvetica Neue"/>
              </a:rPr>
              <a:t>Not a chatbot over notes — an evidence system. Every answer is a moment you can watch.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Helvetica Neue"/>
              </a:rPr>
              <a:t>http://127.0.0.1:5173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645920"/>
          </a:xfrm>
          <a:prstGeom prst="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Every answer is evidence you can replay.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Helvetica Neue"/>
              </a:rPr>
              <a:t>MeetingMiner · Tim Goeke · AI Cohort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